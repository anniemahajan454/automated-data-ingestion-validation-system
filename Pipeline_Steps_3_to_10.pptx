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2" autoAdjust="0"/>
    <p:restoredTop sz="93466" autoAdjust="0"/>
  </p:normalViewPr>
  <p:slideViewPr>
    <p:cSldViewPr snapToGrid="0" snapToObjects="1">
      <p:cViewPr>
        <p:scale>
          <a:sx n="84" d="100"/>
          <a:sy n="84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33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103120"/>
            <a:ext cx="2560320" cy="2560320"/>
          </a:xfrm>
          <a:prstGeom prst="ellipse">
            <a:avLst/>
          </a:prstGeom>
          <a:solidFill>
            <a:srgbClr val="1C2128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to SQL Weekly Pipeline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</a:rPr>
              <a:t>Step-by-Step Execution Guide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Ingestion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2402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23317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44952" y="2240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Transform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2402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23317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9784" y="2240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Loading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22402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23317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14616" y="2240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Wire Layers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9864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99008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2898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Scheduler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42032" y="289864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3472" y="299008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44952" y="2898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Testing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26864" y="289864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299008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9784" y="2898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Logging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11696" y="289864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299008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14616" y="28986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GitHub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Data Engineering Project  •  Python · pandas · SQLAlchemy · SQLite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pipeline.py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Ingestion Layer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325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What this layer does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199339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</a:rPr>
              <a:t>Scans </a:t>
            </a:r>
            <a:r>
              <a:rPr lang="en-US" sz="1300" b="1" dirty="0">
                <a:solidFill>
                  <a:srgbClr val="FFB703"/>
                </a:solidFill>
              </a:rPr>
              <a:t>data/raw/</a:t>
            </a:r>
            <a:r>
              <a:rPr lang="en-US" sz="1300" dirty="0">
                <a:solidFill>
                  <a:srgbClr val="F0F6FC"/>
                </a:solidFill>
              </a:rPr>
              <a:t> for every CSV file  →  loads each into a pandas DataFrame  →  reports shape, columns &amp; missing values  →  skips corrupt or empty files gracefully using </a:t>
            </a:r>
            <a:r>
              <a:rPr lang="en-US" sz="1300" b="1" dirty="0">
                <a:solidFill>
                  <a:srgbClr val="06D6A0"/>
                </a:solidFill>
              </a:rPr>
              <a:t>try/except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9718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get_csv_files()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Scans the folder and returns a list of .csv paths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9718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3756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load_csv()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Loads one file, prints shape + columns, handles errors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29718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7220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load_all_csvs()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72200" y="34930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Loops all files, collects DataFrames, prints summary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4681728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pipeline.py   ← run standalone to test ingestion only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pipeline.py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Layer — Key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load_csv() — error handling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840480" cy="2944368"/>
          </a:xfrm>
          <a:prstGeom prst="roundRect">
            <a:avLst>
              <a:gd name="adj" fmla="val 2484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566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load_csv(filepath):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 = os.path.basename(filepath)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pd.read_csv(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filepath,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on_bad_lines='warn'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df.empty: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None  # skip empty files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print shape &amp; columns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print(f"Rows: {df.shape[0]}")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print(f"Cols: {list(df.columns)}")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pd.errors.EmptyDataError: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print(f"ERROR: {filename} — empty")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Exception as 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print(f"ERROR: {filename} — {e}")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Terminal output when you run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3840480" cy="2944368"/>
          </a:xfrm>
          <a:prstGeom prst="roundRect">
            <a:avLst>
              <a:gd name="adj" fmla="val 2484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28800"/>
            <a:ext cx="3566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 folder: data/raw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11 CSV file(s)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Loaded: sales_q1.csv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  : 12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Columns: 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Column names: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'Order ID',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'Customer Name',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'Sale Date',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Missing values: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'Customer Name': 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'Quantity':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complete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loaded=11  skipped=0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transform.py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Transformation Layer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716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</a:rPr>
              <a:t>5 cleaning functions applied to every CSV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20116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33756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Removes exact duplicate rows — our CSVs had 2 per file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53288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2624328"/>
            <a:ext cx="347472" cy="34747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532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standardize_columns()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337560" y="2532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'Customer Name' → 'customer_name'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2532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Lowercase + underscores on all column names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14553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" y="323697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31455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fix_dates()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337560" y="31455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pd.to_datetime(..., errors='coerce')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35040" y="31455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Handles 5 mixed date formats per file → datetime64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375818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" y="3849624"/>
            <a:ext cx="347472" cy="34747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fix_numerics()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337560" y="37581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pd.to_numeric(...) + fillna(0.0)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35040" y="375818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'N/A' strings and blanks → proper floats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65760" y="4370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2920" y="44622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5840" y="4370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handle_missing()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337560" y="4370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df[col].fillna('Unknown')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035040" y="43708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Remaining blank text cells → 'Unknown'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65760" y="4983480"/>
            <a:ext cx="8412480" cy="0"/>
          </a:xfrm>
          <a:prstGeom prst="roundRect">
            <a:avLst>
              <a:gd name="adj" fmla="val Infinity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transform.py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— Before vs After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77640" cy="361188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</a:rPr>
              <a:t>BEFORE  (raw CSV)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749040" cy="2990088"/>
          </a:xfrm>
          <a:prstGeom prst="roundRect">
            <a:avLst>
              <a:gd name="adj" fmla="val 2446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47472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ID,Customer Name,Sale Date,...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1001,John Smith,2024-01-05,...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1002,jane doe,01/08/2024,...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1003,ALICE JOHNSON,2024-01-10,...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1001,John Smith,2024-01-05,...  ← DUPLICATE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1004,Bob Williams,Jan 12 2024,...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1005,carol white,2024-01-15,...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1007,,2024-01-20,...            ← NULL 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1009,Frank Miller,N/A,...       ← N/A value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3977640" cy="361188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AFTER  (clean DataFrame)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828800"/>
            <a:ext cx="3749040" cy="2990088"/>
          </a:xfrm>
          <a:prstGeom prst="roundRect">
            <a:avLst>
              <a:gd name="adj" fmla="val 2446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828800"/>
            <a:ext cx="347472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customer_name  sale_date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1001    John Smith  2024-01-05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1002      jane doe         NaT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1003 ALICE JOHNSON  2024-01-10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duplicate removed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1004  Bob Williams         NaT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1005   carol white  2024-01-15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1007       Unknown  2024-01-20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1009  Frank Miller         NaT  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983480"/>
            <a:ext cx="1920240" cy="0"/>
          </a:xfrm>
          <a:prstGeom prst="roundRect">
            <a:avLst>
              <a:gd name="adj" fmla="val Infinity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loader.py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Loading Layer (SQL)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25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4 core functions in loader.py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19202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get_engine()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54680" y="19202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Connects to the database via SQLAlchemy. Creates pipeline.db if it doesn't exist.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6700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670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create_log_table()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54680" y="26700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Creates pipeline_load_log table — records filename, table, rows, timestamp.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41985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" y="34198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already_loaded()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54680" y="341985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Checks the log table. Returns True if this filename was already processed — prevents duplicates.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169664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" y="41696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load_dataframe()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54680" y="41696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Calls df.to_sql(if_exists='append'). Appends new rows without overwriting existing data.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4910328"/>
            <a:ext cx="8412480" cy="164592"/>
          </a:xfrm>
          <a:prstGeom prst="roundRect">
            <a:avLst>
              <a:gd name="adj" fmla="val 33333"/>
            </a:avLst>
          </a:prstGeom>
          <a:solidFill>
            <a:srgbClr val="1C212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9103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Key:  </a:t>
            </a:r>
            <a:r>
              <a:rPr lang="en-US" sz="1100" b="1" dirty="0">
                <a:solidFill>
                  <a:srgbClr val="FFB703"/>
                </a:solidFill>
              </a:rPr>
              <a:t>if_exists='append'</a:t>
            </a:r>
            <a:r>
              <a:rPr lang="en-US" sz="1100" dirty="0">
                <a:solidFill>
                  <a:srgbClr val="8B949E"/>
                </a:solidFill>
              </a:rPr>
              <a:t>  means each weekly run ADDS rows — it never overwrites previous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loader.py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Layer — Duplicate-Safe Load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load_all() — the guard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3840480" cy="3063240"/>
          </a:xfrm>
          <a:prstGeom prst="roundRect">
            <a:avLst>
              <a:gd name="adj" fmla="val 2388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3566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filename, df in cleaned_data.items():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 = FILE_TO_TABLE.get(filename)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DUPLICATE GUARD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already_loaded(engine, filename):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print(f"SKIPPED: {filename}")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  # ← skip, don't insert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df.to_sql(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= table,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       = engine,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if_exists = "append",  # ← ADD rows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     = False,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LOG 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log_load(engine, filename, table)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pipeline_load_log 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847088"/>
            <a:ext cx="3840480" cy="31089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470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filename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0" y="1847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9440" y="18470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rows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06640" y="18470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</a:rPr>
              <a:t>loaded_at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157984"/>
            <a:ext cx="3840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579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sales_q1.csv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08192" y="21579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12864" y="21579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51776" y="21579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2024-06-03 08:00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450592"/>
            <a:ext cx="3840480" cy="29260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5059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employees.csv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08192" y="245059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12864" y="245059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51776" y="245059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2024-06-03 08:00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743200"/>
            <a:ext cx="38404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432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payroll.csv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08192" y="27432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12864" y="274320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51776" y="27432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2024-06-03 08:00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035808"/>
            <a:ext cx="3840480" cy="292608"/>
          </a:xfrm>
          <a:prstGeom prst="rect">
            <a:avLst/>
          </a:prstGeom>
          <a:solidFill>
            <a:srgbClr val="1A2E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358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sales_q2.csv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08192" y="30358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12864" y="303580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51776" y="30358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337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D6A0"/>
                </a:solidFill>
              </a:rPr>
              <a:t>← new file this week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730752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C212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</a:rPr>
              <a:t>On the NEXT run, sales_q2.csv is in the log 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411480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4114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 (load)  |  file=sales_q2.csv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reason=already loaded in a previous run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run_pipeline.py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Everything into run_pipeline()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533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One command runs the entire pipeline end-to-end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60704" y="202996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0704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Scan data/raw/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Load all CSVs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86000" y="26060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496312" y="19202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905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91256" y="2029968"/>
            <a:ext cx="502920" cy="5029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91256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587752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87752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Clean, deduplicate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Fix types &amp; nulls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16552" y="26060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626864" y="19202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905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21808" y="2029968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18304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18304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Insert to 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Skip duplicates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47104" y="26060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757416" y="19202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905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52360" y="2029968"/>
            <a:ext cx="502920" cy="5029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5236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48856" y="2606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48856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Row counts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Load log check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5760" y="39776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8640" y="4069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run_pipeline.py — the summary box printed on every run: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4407408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4074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success  |  Files found: 12  |  Files loaded: 1  |  Files skipped: 11  |  Rows inserted: 10  |  Time: 0.31s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scheduler.py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with a Scheduler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716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Python's schedule library fires run_pipeline() automatically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901952"/>
            <a:ext cx="3977640" cy="3017520"/>
          </a:xfrm>
          <a:prstGeom prst="roundRect">
            <a:avLst>
              <a:gd name="adj" fmla="val 303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1993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PHASE 1  —  Test Mode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423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Fires every 1 minute so you can confirm everything works before committing to weekly.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0632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scheduler.py --test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3611880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6118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schedule.every(1).minutes.do(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scheduled_job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Fires at :00, :01, :02...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00600" y="1901952"/>
            <a:ext cx="3977640" cy="3017520"/>
          </a:xfrm>
          <a:prstGeom prst="roundRect">
            <a:avLst>
              <a:gd name="adj" fmla="val 3030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83480" y="1993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PHASE 2  —  Weekly Mode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83480" y="24231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Once confirmed working, switch to weekly. Every Monday at 08:00, zero manual effort.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30632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scheduler.py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937760" y="3611880"/>
            <a:ext cx="3749040" cy="1115568"/>
          </a:xfrm>
          <a:prstGeom prst="roundRect">
            <a:avLst>
              <a:gd name="adj" fmla="val 6557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36118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schedule.every().monday  .at("08:00")  .do(scheduled_job)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Fires every week automatically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983480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Stop the scheduler at any time with  Ctrl + C  —  it shuts down gracefully and logs the stop event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scheduler.py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 — How It Stays Alive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3703320"/>
          </a:xfrm>
          <a:prstGeom prst="roundRect">
            <a:avLst>
              <a:gd name="adj" fmla="val 2469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The keep-alive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3840480" cy="3090672"/>
          </a:xfrm>
          <a:prstGeom prst="roundRect">
            <a:avLst>
              <a:gd name="adj" fmla="val 2367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Check if any job is due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schedule.run_pending()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Wait 30s before checking again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time.sleep(30)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KeyboardInterrupt: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Graceful Ctrl+C shutdown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print("Scheduler stopped")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log.info("Scheduler stopped")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scheduled_job() wraps run_pipeline()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try/except so ONE crash does NOT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kill the scheduler — it logs the error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waits for the next trigger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114800" cy="3703320"/>
          </a:xfrm>
          <a:prstGeom prst="roundRect">
            <a:avLst>
              <a:gd name="adj" fmla="val 2469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scheduler.log — what gets written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801368"/>
            <a:ext cx="3840480" cy="3090672"/>
          </a:xfrm>
          <a:prstGeom prst="roundRect">
            <a:avLst>
              <a:gd name="adj" fmla="val 2367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01368"/>
            <a:ext cx="35661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 started in TEST MODE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 trigger fired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RUN STARTED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run_id=20240610_080000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finished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status=success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found  : 12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loaded :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skipped: 11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inserted: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 trigger fired  (next)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SKIPPED: all 12 files already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in a previous run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5093208"/>
            <a:ext cx="8412480" cy="0"/>
          </a:xfrm>
          <a:prstGeom prst="roundRect">
            <a:avLst>
              <a:gd name="adj" fmla="val Infinity"/>
            </a:avLst>
          </a:prstGeom>
          <a:solidFill>
            <a:srgbClr val="1C2128"/>
          </a:solidFill>
          <a:ln w="12700">
            <a:solidFill>
              <a:srgbClr val="FFB70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test_pipeline.py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Full Pipeline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533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4 automated tests — run with:  python test_pipeline.py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901952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01168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199339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Drop new CSV → run pipeline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Pipeline returns status=success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10 clean rows inserted (1 duplicate removed)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File logged exactly once in pipeline_load_log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Only the new file loaded — 11 others skipped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17720" y="1901952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27448" y="201168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2744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84648" y="199339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Open SQL database — confirm data landed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5488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All 11 tables exist and have rows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Preview shows clean data in correct columns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Load log has 12 entries (11 + 1 new)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3529584"/>
            <a:ext cx="4069080" cy="132588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" y="3547872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32688" y="352958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Drop same CSV again — must NOT load twice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0292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Row count stays unchanged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92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Log still shows exactly 1 entry for the file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Pipeline correctly reports 0 rows inserted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17720" y="3438144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27448" y="3547872"/>
            <a:ext cx="365760" cy="36576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2744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184648" y="352958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Final integrity check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754880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Sales table has 20 rows (q1 + q2)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5488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All 20 rows have a loaded_at timestamp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54880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✓  </a:t>
            </a:r>
            <a:r>
              <a:rPr lang="en-US" sz="1000" dirty="0">
                <a:solidFill>
                  <a:srgbClr val="8B949E"/>
                </a:solidFill>
              </a:rPr>
              <a:t>No raw 'N/A' strings leaked through transform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test_pipeline.py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— Scorecard &amp; Real Bug Found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Test Scorecard — 4/4 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PASS  </a:t>
            </a:r>
            <a:r>
              <a:rPr lang="en-US" sz="1200" dirty="0">
                <a:solidFill>
                  <a:srgbClr val="F0F6FC"/>
                </a:solidFill>
              </a:rPr>
              <a:t>TEST 1: New CSV loads correctly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237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PASS  </a:t>
            </a:r>
            <a:r>
              <a:rPr lang="en-US" sz="1200" dirty="0">
                <a:solidFill>
                  <a:srgbClr val="F0F6FC"/>
                </a:solidFill>
              </a:rPr>
              <a:t>TEST 2: SQL data confirmed correct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PASS  </a:t>
            </a:r>
            <a:r>
              <a:rPr lang="en-US" sz="1200" dirty="0">
                <a:solidFill>
                  <a:srgbClr val="F0F6FC"/>
                </a:solidFill>
              </a:rPr>
              <a:t>TEST 3: Same CSV not loaded twice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30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PASS  </a:t>
            </a:r>
            <a:r>
              <a:rPr lang="en-US" sz="1200" dirty="0">
                <a:solidFill>
                  <a:srgbClr val="F0F6FC"/>
                </a:solidFill>
              </a:rPr>
              <a:t>TEST 4: Final integrity check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70832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708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4/4 tests passed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TESTS PASSED!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</a:rPr>
              <a:t>Real Bug Caught by Tests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When sales_q2.csv was added to data/raw/, the tests caught that it had no entry in FILE_TO_TABLE in loader.py — so it was silently skipped.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(bug)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sales_q2.csv had no mapping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pipeline silently skipped 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3401568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015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— one line in loader.py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FILE_TO_TABLE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"sales_q2.csv": "sales",  # ← added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41330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</a:rPr>
              <a:t>This is exactly what a test suite is for — catching silent failures before they reach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logger.py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Logging — Architecture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441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One logger.py, imported by every other file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1874520"/>
            <a:ext cx="219456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8745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logger.py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278892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files found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rows ingested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skipped files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77440" y="278892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688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transform.py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33375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duplicates removed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nulls filled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columns renamed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0" y="278892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05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loader.py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80560" y="33375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rows inserted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files skipped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DB connected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2788920"/>
            <a:ext cx="1920240" cy="21488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922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run_pipeline.py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33375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run start/end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stage timings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full summary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46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</a:rPr>
              <a:t>DEBUG  </a:t>
            </a:r>
            <a:r>
              <a:rPr lang="en-US" sz="950" dirty="0">
                <a:solidFill>
                  <a:srgbClr val="8B949E"/>
                </a:solidFill>
              </a:rPr>
              <a:t>Fine detail (column names, null counts)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487168" y="484632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C2128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78608" y="4846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C"/>
                </a:solidFill>
              </a:rPr>
              <a:t>INFO  </a:t>
            </a:r>
            <a:r>
              <a:rPr lang="en-US" sz="950" dirty="0">
                <a:solidFill>
                  <a:srgbClr val="8B949E"/>
                </a:solidFill>
              </a:rPr>
              <a:t>Normal events (file loaded, stage started)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08576" y="484632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C2128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0016" y="4846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</a:rPr>
              <a:t>WARNING  </a:t>
            </a:r>
            <a:r>
              <a:rPr lang="en-US" sz="950" dirty="0">
                <a:solidFill>
                  <a:srgbClr val="8B949E"/>
                </a:solidFill>
              </a:rPr>
              <a:t>Non-fatal issues (file skipped, nulls found)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729984" y="484632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C212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21424" y="4846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</a:rPr>
              <a:t>ERROR  </a:t>
            </a:r>
            <a:r>
              <a:rPr lang="en-US" sz="950" dirty="0">
                <a:solidFill>
                  <a:srgbClr val="8B949E"/>
                </a:solidFill>
              </a:rPr>
              <a:t>Failures that need attention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logger.py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— pipeline.log Sample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3493008"/>
          </a:xfrm>
          <a:prstGeom prst="roundRect">
            <a:avLst>
              <a:gd name="adj" fmla="val 2618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898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Actual pipeline.log output (every run appends — permanent record)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8138160" cy="2907792"/>
          </a:xfrm>
          <a:prstGeom prst="roundRect">
            <a:avLst>
              <a:gd name="adj" fmla="val 2516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78638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PIPELINE RUN STARTED  |  run_id=20240610_080001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--- STAGE START : INGEST ---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[pipeline]      Scanned folder 'data/raw' — found 12 CSV file(s)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[pipeline]      INGESTED  |  file=sales_q2.csv  rows=11  cols=8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DEBUG    [pipeline]        Missing values: {'Customer Name': 1, 'Quantity': 2}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--- STAGE END   : INGEST  (0.02s) ---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--- STAGE START : TRANSFORM ---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DEBUG    [transform]       [sales_q2.csv] drop_duplicates: removed 1 row(s)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[transform]     TRANSFORMED  |  file=sales_q2.csv  rows_before=11  rows_after=10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--- STAGE START : LOAD ---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[loader]        DB connection established: sqlite:///pipeline.db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[loader]        LOADED  |  file=sales_q2.csv  table=sales  rows_inserted=10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[loader]        SKIPPED (load)  |  file=sales_q1.csv  reason=already loaded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SUMMARY  |  files_found=12  files_loaded=1  rows_inserted=10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2024-06-10 08:00:01  INFO     [run_pipeline]  PIPELINE RUN FINISHED  |  status=success  time=0.29s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5760" y="4846320"/>
            <a:ext cx="4069080" cy="201168"/>
          </a:xfrm>
          <a:prstGeom prst="roundRect">
            <a:avLst>
              <a:gd name="adj" fmla="val 45455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828032"/>
            <a:ext cx="4069080" cy="228600"/>
          </a:xfrm>
          <a:prstGeom prst="roundRect">
            <a:avLst>
              <a:gd name="adj" fmla="val 28000"/>
            </a:avLst>
          </a:prstGeom>
          <a:solidFill>
            <a:srgbClr val="1C212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4632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Terminal  </a:t>
            </a:r>
            <a:r>
              <a:rPr lang="en-US" sz="1000" dirty="0">
                <a:solidFill>
                  <a:srgbClr val="8B949E"/>
                </a:solidFill>
              </a:rPr>
              <a:t>Colour-coded by level — readable during development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17720" y="4846320"/>
            <a:ext cx="4069080" cy="201168"/>
          </a:xfrm>
          <a:prstGeom prst="roundRect">
            <a:avLst>
              <a:gd name="adj" fmla="val 45455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4764024"/>
            <a:ext cx="4069080" cy="365760"/>
          </a:xfrm>
          <a:prstGeom prst="roundRect">
            <a:avLst>
              <a:gd name="adj" fmla="val 28000"/>
            </a:avLst>
          </a:prstGeom>
          <a:solidFill>
            <a:srgbClr val="1C2128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84632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65192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pipeline.log  </a:t>
            </a:r>
            <a:r>
              <a:rPr lang="en-US" sz="1000" dirty="0">
                <a:solidFill>
                  <a:srgbClr val="8B949E"/>
                </a:solidFill>
              </a:rPr>
              <a:t>Plain text, appended on every run — permanent audit trail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README.md +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&amp; Push to GitHub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6908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17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README.md — what to include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Project description &amp; what it does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2203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Project folder structure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Quick start (install + run in 4 steps)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2807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Scheduler usage (test vs weekly mode)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How to run the tests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Database choice (SQLite vs PostgreSQL)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SQL tables created + their sources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4014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Transformations applied to each CSV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Logging — what gets written where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617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▸  </a:t>
            </a:r>
            <a:r>
              <a:rPr lang="en-US" sz="1050" dirty="0">
                <a:solidFill>
                  <a:srgbClr val="8B949E"/>
                </a:solidFill>
              </a:rPr>
              <a:t>How to add a new weekly file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7720" y="1325880"/>
            <a:ext cx="4160520" cy="36576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417320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1417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Push to GitHub — 5 commands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54880" y="1874520"/>
            <a:ext cx="3886200" cy="2971800"/>
          </a:xfrm>
          <a:prstGeom prst="roundRect">
            <a:avLst>
              <a:gd name="adj" fmla="val 2462"/>
            </a:avLst>
          </a:prstGeom>
          <a:solidFill>
            <a:srgbClr val="0A0E1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1874520"/>
            <a:ext cx="3611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Initialise git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Stage all project files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 .gitignore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pipeline.py transform.py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loader.py logger.py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run_pipeline.py scheduler.py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test_pipeline.py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Commit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Connect to GitHub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https://github.com/YOU/repo.git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Push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44752" y="164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.gitignore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What to Push vs Keep Local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33502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Only source code goes to GitHub — never data files or runtime logs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901952"/>
            <a:ext cx="8412480" cy="329184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901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File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0" y="1901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Push?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1901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Why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231136"/>
            <a:ext cx="841248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2311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2231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0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Core ingestion code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468880"/>
            <a:ext cx="841248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4688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transform.py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0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4880" y="2468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Core transform code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2706624"/>
            <a:ext cx="841248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270662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loader.py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0" y="27066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Core load code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2944368"/>
            <a:ext cx="841248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9443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logger.py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57600" y="29443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0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Central logging module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3182112"/>
            <a:ext cx="841248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1821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run_pipeline.py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0" y="3182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4880" y="3182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Master orchestrator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65760" y="3419856"/>
            <a:ext cx="841248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34198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scheduler.py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657600" y="34198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54880" y="3419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Weekly automation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65760" y="3657600"/>
            <a:ext cx="841248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" y="365760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test_pipeline.py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657600" y="3657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754880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Full test suite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65760" y="3895344"/>
            <a:ext cx="841248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389534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657600" y="38953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754880" y="38953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Project description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65760" y="4133088"/>
            <a:ext cx="841248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" y="41330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657600" y="4133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Yes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75488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Tells git what to ignore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65760" y="4370832"/>
            <a:ext cx="841248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292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pipeline.db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657600" y="4370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❌ No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754880" y="4370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Contains data — stays local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65760" y="4608576"/>
            <a:ext cx="841248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" y="460857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pipeline.log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657600" y="4608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❌ No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754880" y="4608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Runtime file — stays local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2920" y="48463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data/raw/*.csv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3657600" y="4846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❌ No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754880" y="4846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Raw data — stays local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Complete!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B4D8"/>
                </a:solidFill>
              </a:rPr>
              <a:t>All 8 steps built, tested, and pushed to GitHub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15087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Ingestion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508760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11226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Transform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450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76088" y="1508760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11226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Loading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417320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79208" y="1508760"/>
            <a:ext cx="548640" cy="5486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92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11226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Wire Layers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4505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run_pipeline.py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86207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69848" y="2953512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557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Scheduler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895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86207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FFB703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953512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60320" y="3557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Testing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3895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test_pipeline.py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86207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76088" y="2953512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6088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63440" y="3557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Logging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63440" y="3895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logger.py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286207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379208" y="2953512"/>
            <a:ext cx="548640" cy="5486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9208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66560" y="3557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GitHub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560" y="38953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+ git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846320"/>
            <a:ext cx="8412480" cy="201168"/>
          </a:xfrm>
          <a:prstGeom prst="roundRect">
            <a:avLst>
              <a:gd name="adj" fmla="val 31818"/>
            </a:avLst>
          </a:prstGeom>
          <a:solidFill>
            <a:srgbClr val="1C212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run_pipeline.py   ← one command runs everything, forever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2069</Words>
  <Application>Microsoft Office PowerPoint</Application>
  <PresentationFormat>On-screen Show (16:9)</PresentationFormat>
  <Paragraphs>486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CSV to SQL Pipeline — Steps 3 to 10</dc:title>
  <dc:subject>PptxGenJS Presentation</dc:subject>
  <dc:creator>PptxGenJS</dc:creator>
  <cp:lastModifiedBy>HP</cp:lastModifiedBy>
  <cp:revision>2</cp:revision>
  <dcterms:created xsi:type="dcterms:W3CDTF">2026-06-15T00:53:50Z</dcterms:created>
  <dcterms:modified xsi:type="dcterms:W3CDTF">2026-06-15T01:03:41Z</dcterms:modified>
</cp:coreProperties>
</file>